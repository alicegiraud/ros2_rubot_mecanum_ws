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anel Puig i Vidal" userId="0d549d0e-cb25-4ad8-b3a5-db046c349dfe" providerId="ADAL" clId="{FCFF0AC7-A3E5-48E1-9AA3-10B331F0A4EA}"/>
    <pc:docChg chg="custSel addSld modSld">
      <pc:chgData name="Dr. Manel Puig i Vidal" userId="0d549d0e-cb25-4ad8-b3a5-db046c349dfe" providerId="ADAL" clId="{FCFF0AC7-A3E5-48E1-9AA3-10B331F0A4EA}" dt="2025-04-09T13:33:01.355" v="51" actId="1035"/>
      <pc:docMkLst>
        <pc:docMk/>
      </pc:docMkLst>
      <pc:sldChg chg="addSp delSp modSp new mod">
        <pc:chgData name="Dr. Manel Puig i Vidal" userId="0d549d0e-cb25-4ad8-b3a5-db046c349dfe" providerId="ADAL" clId="{FCFF0AC7-A3E5-48E1-9AA3-10B331F0A4EA}" dt="2025-04-09T13:33:01.355" v="51" actId="1035"/>
        <pc:sldMkLst>
          <pc:docMk/>
          <pc:sldMk cId="3584117012" sldId="257"/>
        </pc:sldMkLst>
        <pc:picChg chg="add mod">
          <ac:chgData name="Dr. Manel Puig i Vidal" userId="0d549d0e-cb25-4ad8-b3a5-db046c349dfe" providerId="ADAL" clId="{FCFF0AC7-A3E5-48E1-9AA3-10B331F0A4EA}" dt="2025-04-09T13:32:26.459" v="32" actId="14100"/>
          <ac:picMkLst>
            <pc:docMk/>
            <pc:sldMk cId="3584117012" sldId="257"/>
            <ac:picMk id="2" creationId="{20B57A14-62CD-4C93-BAE8-B20C3CF801EE}"/>
          </ac:picMkLst>
        </pc:picChg>
        <pc:picChg chg="add mod">
          <ac:chgData name="Dr. Manel Puig i Vidal" userId="0d549d0e-cb25-4ad8-b3a5-db046c349dfe" providerId="ADAL" clId="{FCFF0AC7-A3E5-48E1-9AA3-10B331F0A4EA}" dt="2025-04-09T13:33:01.355" v="51" actId="1035"/>
          <ac:picMkLst>
            <pc:docMk/>
            <pc:sldMk cId="3584117012" sldId="257"/>
            <ac:picMk id="3" creationId="{B5D88D39-D473-46E6-B2E0-DEB4E37357C2}"/>
          </ac:picMkLst>
        </pc:picChg>
        <pc:picChg chg="add del mod">
          <ac:chgData name="Dr. Manel Puig i Vidal" userId="0d549d0e-cb25-4ad8-b3a5-db046c349dfe" providerId="ADAL" clId="{FCFF0AC7-A3E5-48E1-9AA3-10B331F0A4EA}" dt="2025-04-09T13:30:16.784" v="20" actId="478"/>
          <ac:picMkLst>
            <pc:docMk/>
            <pc:sldMk cId="3584117012" sldId="257"/>
            <ac:picMk id="4" creationId="{5FEBD4FB-107E-4AEF-A17C-59698A92A05F}"/>
          </ac:picMkLst>
        </pc:picChg>
        <pc:picChg chg="add del mod">
          <ac:chgData name="Dr. Manel Puig i Vidal" userId="0d549d0e-cb25-4ad8-b3a5-db046c349dfe" providerId="ADAL" clId="{FCFF0AC7-A3E5-48E1-9AA3-10B331F0A4EA}" dt="2025-04-09T13:31:00.105" v="28" actId="478"/>
          <ac:picMkLst>
            <pc:docMk/>
            <pc:sldMk cId="3584117012" sldId="257"/>
            <ac:picMk id="5" creationId="{20469E83-B92B-4439-80CE-2F59D27C31AC}"/>
          </ac:picMkLst>
        </pc:picChg>
      </pc:sldChg>
      <pc:sldChg chg="addSp modSp new mod">
        <pc:chgData name="Dr. Manel Puig i Vidal" userId="0d549d0e-cb25-4ad8-b3a5-db046c349dfe" providerId="ADAL" clId="{FCFF0AC7-A3E5-48E1-9AA3-10B331F0A4EA}" dt="2025-04-09T13:32:16.263" v="31" actId="14100"/>
        <pc:sldMkLst>
          <pc:docMk/>
          <pc:sldMk cId="3541740092" sldId="258"/>
        </pc:sldMkLst>
        <pc:picChg chg="add mod">
          <ac:chgData name="Dr. Manel Puig i Vidal" userId="0d549d0e-cb25-4ad8-b3a5-db046c349dfe" providerId="ADAL" clId="{FCFF0AC7-A3E5-48E1-9AA3-10B331F0A4EA}" dt="2025-04-09T13:32:16.263" v="31" actId="14100"/>
          <ac:picMkLst>
            <pc:docMk/>
            <pc:sldMk cId="3541740092" sldId="258"/>
            <ac:picMk id="2" creationId="{32D6789F-B713-4B29-8621-C6CE1C970AF4}"/>
          </ac:picMkLst>
        </pc:picChg>
        <pc:picChg chg="add mod">
          <ac:chgData name="Dr. Manel Puig i Vidal" userId="0d549d0e-cb25-4ad8-b3a5-db046c349dfe" providerId="ADAL" clId="{FCFF0AC7-A3E5-48E1-9AA3-10B331F0A4EA}" dt="2025-04-09T13:32:16.263" v="31" actId="14100"/>
          <ac:picMkLst>
            <pc:docMk/>
            <pc:sldMk cId="3541740092" sldId="258"/>
            <ac:picMk id="3" creationId="{03F78B9D-B44D-492D-B666-D4CA1DADB79F}"/>
          </ac:picMkLst>
        </pc:picChg>
      </pc:sldChg>
      <pc:sldChg chg="addSp modSp new">
        <pc:chgData name="Dr. Manel Puig i Vidal" userId="0d549d0e-cb25-4ad8-b3a5-db046c349dfe" providerId="ADAL" clId="{FCFF0AC7-A3E5-48E1-9AA3-10B331F0A4EA}" dt="2025-04-09T13:32:08.407" v="30" actId="14100"/>
        <pc:sldMkLst>
          <pc:docMk/>
          <pc:sldMk cId="3136024796" sldId="259"/>
        </pc:sldMkLst>
        <pc:picChg chg="add mod">
          <ac:chgData name="Dr. Manel Puig i Vidal" userId="0d549d0e-cb25-4ad8-b3a5-db046c349dfe" providerId="ADAL" clId="{FCFF0AC7-A3E5-48E1-9AA3-10B331F0A4EA}" dt="2025-04-09T13:32:08.407" v="30" actId="14100"/>
          <ac:picMkLst>
            <pc:docMk/>
            <pc:sldMk cId="3136024796" sldId="259"/>
            <ac:picMk id="2" creationId="{6933D8EC-0274-45A9-AB0B-6C44C2940928}"/>
          </ac:picMkLst>
        </pc:picChg>
        <pc:picChg chg="add mod">
          <ac:chgData name="Dr. Manel Puig i Vidal" userId="0d549d0e-cb25-4ad8-b3a5-db046c349dfe" providerId="ADAL" clId="{FCFF0AC7-A3E5-48E1-9AA3-10B331F0A4EA}" dt="2025-04-09T13:32:08.407" v="30" actId="14100"/>
          <ac:picMkLst>
            <pc:docMk/>
            <pc:sldMk cId="3136024796" sldId="259"/>
            <ac:picMk id="3" creationId="{57CDA310-0D00-415B-9AB3-3331982BDEE4}"/>
          </ac:picMkLst>
        </pc:picChg>
      </pc:sldChg>
    </pc:docChg>
  </pc:docChgLst>
  <pc:docChgLst>
    <pc:chgData name="Dr. Manel Puig i Vidal" userId="0d549d0e-cb25-4ad8-b3a5-db046c349dfe" providerId="ADAL" clId="{5BA24152-8600-4750-9061-D2AE4E33EAA1}"/>
    <pc:docChg chg="custSel modSld">
      <pc:chgData name="Dr. Manel Puig i Vidal" userId="0d549d0e-cb25-4ad8-b3a5-db046c349dfe" providerId="ADAL" clId="{5BA24152-8600-4750-9061-D2AE4E33EAA1}" dt="2025-04-30T11:00:35.977" v="211" actId="14100"/>
      <pc:docMkLst>
        <pc:docMk/>
      </pc:docMkLst>
      <pc:sldChg chg="addSp delSp modSp mod">
        <pc:chgData name="Dr. Manel Puig i Vidal" userId="0d549d0e-cb25-4ad8-b3a5-db046c349dfe" providerId="ADAL" clId="{5BA24152-8600-4750-9061-D2AE4E33EAA1}" dt="2025-04-30T10:58:06.641" v="128" actId="1038"/>
        <pc:sldMkLst>
          <pc:docMk/>
          <pc:sldMk cId="3584117012" sldId="257"/>
        </pc:sldMkLst>
        <pc:spChg chg="mod">
          <ac:chgData name="Dr. Manel Puig i Vidal" userId="0d549d0e-cb25-4ad8-b3a5-db046c349dfe" providerId="ADAL" clId="{5BA24152-8600-4750-9061-D2AE4E33EAA1}" dt="2025-04-30T09:58:25.946" v="19"/>
          <ac:spMkLst>
            <pc:docMk/>
            <pc:sldMk cId="3584117012" sldId="257"/>
            <ac:spMk id="6" creationId="{3929059E-0609-4302-80D8-5387D0EA37AD}"/>
          </ac:spMkLst>
        </pc:spChg>
        <pc:spChg chg="mod">
          <ac:chgData name="Dr. Manel Puig i Vidal" userId="0d549d0e-cb25-4ad8-b3a5-db046c349dfe" providerId="ADAL" clId="{5BA24152-8600-4750-9061-D2AE4E33EAA1}" dt="2025-04-30T10:29:44.609" v="29"/>
          <ac:spMkLst>
            <pc:docMk/>
            <pc:sldMk cId="3584117012" sldId="257"/>
            <ac:spMk id="8" creationId="{73BE9736-7FF0-4CCC-9640-487DC514EBA4}"/>
          </ac:spMkLst>
        </pc:spChg>
        <pc:grpChg chg="add del mod">
          <ac:chgData name="Dr. Manel Puig i Vidal" userId="0d549d0e-cb25-4ad8-b3a5-db046c349dfe" providerId="ADAL" clId="{5BA24152-8600-4750-9061-D2AE4E33EAA1}" dt="2025-04-30T09:58:40.249" v="21" actId="478"/>
          <ac:grpSpMkLst>
            <pc:docMk/>
            <pc:sldMk cId="3584117012" sldId="257"/>
            <ac:grpSpMk id="4" creationId="{3943206C-EB9D-4A76-B3A9-2757428CD4CD}"/>
          </ac:grpSpMkLst>
        </pc:grpChg>
        <pc:grpChg chg="add del mod">
          <ac:chgData name="Dr. Manel Puig i Vidal" userId="0d549d0e-cb25-4ad8-b3a5-db046c349dfe" providerId="ADAL" clId="{5BA24152-8600-4750-9061-D2AE4E33EAA1}" dt="2025-04-30T10:30:41.135" v="43" actId="21"/>
          <ac:grpSpMkLst>
            <pc:docMk/>
            <pc:sldMk cId="3584117012" sldId="257"/>
            <ac:grpSpMk id="6" creationId="{1245A159-962A-4786-B2B9-AF630D104139}"/>
          </ac:grpSpMkLst>
        </pc:grpChg>
        <pc:picChg chg="del">
          <ac:chgData name="Dr. Manel Puig i Vidal" userId="0d549d0e-cb25-4ad8-b3a5-db046c349dfe" providerId="ADAL" clId="{5BA24152-8600-4750-9061-D2AE4E33EAA1}" dt="2025-04-30T10:29:10.598" v="25" actId="478"/>
          <ac:picMkLst>
            <pc:docMk/>
            <pc:sldMk cId="3584117012" sldId="257"/>
            <ac:picMk id="2" creationId="{20B57A14-62CD-4C93-BAE8-B20C3CF801EE}"/>
          </ac:picMkLst>
        </pc:picChg>
        <pc:picChg chg="mod">
          <ac:chgData name="Dr. Manel Puig i Vidal" userId="0d549d0e-cb25-4ad8-b3a5-db046c349dfe" providerId="ADAL" clId="{5BA24152-8600-4750-9061-D2AE4E33EAA1}" dt="2025-04-30T10:58:06.641" v="128" actId="1038"/>
          <ac:picMkLst>
            <pc:docMk/>
            <pc:sldMk cId="3584117012" sldId="257"/>
            <ac:picMk id="3" creationId="{B5D88D39-D473-46E6-B2E0-DEB4E37357C2}"/>
          </ac:picMkLst>
        </pc:picChg>
        <pc:picChg chg="add mod">
          <ac:chgData name="Dr. Manel Puig i Vidal" userId="0d549d0e-cb25-4ad8-b3a5-db046c349dfe" providerId="ADAL" clId="{5BA24152-8600-4750-9061-D2AE4E33EAA1}" dt="2025-04-30T10:58:00.750" v="123" actId="1037"/>
          <ac:picMkLst>
            <pc:docMk/>
            <pc:sldMk cId="3584117012" sldId="257"/>
            <ac:picMk id="5" creationId="{4F63E81B-852D-4410-9033-FA4420939792}"/>
          </ac:picMkLst>
        </pc:picChg>
        <pc:picChg chg="mod">
          <ac:chgData name="Dr. Manel Puig i Vidal" userId="0d549d0e-cb25-4ad8-b3a5-db046c349dfe" providerId="ADAL" clId="{5BA24152-8600-4750-9061-D2AE4E33EAA1}" dt="2025-04-30T09:58:25.946" v="19"/>
          <ac:picMkLst>
            <pc:docMk/>
            <pc:sldMk cId="3584117012" sldId="257"/>
            <ac:picMk id="5" creationId="{C000898F-7EB5-4D1A-AC23-AFECFA3C8F2A}"/>
          </ac:picMkLst>
        </pc:picChg>
        <pc:picChg chg="mod">
          <ac:chgData name="Dr. Manel Puig i Vidal" userId="0d549d0e-cb25-4ad8-b3a5-db046c349dfe" providerId="ADAL" clId="{5BA24152-8600-4750-9061-D2AE4E33EAA1}" dt="2025-04-30T10:29:44.609" v="29"/>
          <ac:picMkLst>
            <pc:docMk/>
            <pc:sldMk cId="3584117012" sldId="257"/>
            <ac:picMk id="7" creationId="{9F716B9A-479B-4A9E-BDCB-2867FFC58817}"/>
          </ac:picMkLst>
        </pc:picChg>
      </pc:sldChg>
      <pc:sldChg chg="addSp modSp mod">
        <pc:chgData name="Dr. Manel Puig i Vidal" userId="0d549d0e-cb25-4ad8-b3a5-db046c349dfe" providerId="ADAL" clId="{5BA24152-8600-4750-9061-D2AE4E33EAA1}" dt="2025-04-30T11:00:35.977" v="211" actId="14100"/>
        <pc:sldMkLst>
          <pc:docMk/>
          <pc:sldMk cId="3541740092" sldId="258"/>
        </pc:sldMkLst>
        <pc:spChg chg="add mod">
          <ac:chgData name="Dr. Manel Puig i Vidal" userId="0d549d0e-cb25-4ad8-b3a5-db046c349dfe" providerId="ADAL" clId="{5BA24152-8600-4750-9061-D2AE4E33EAA1}" dt="2025-04-30T09:57:43.613" v="18" actId="164"/>
          <ac:spMkLst>
            <pc:docMk/>
            <pc:sldMk cId="3541740092" sldId="258"/>
            <ac:spMk id="4" creationId="{EFC110C6-50DA-4FC8-8B69-1F44AE3407E7}"/>
          </ac:spMkLst>
        </pc:spChg>
        <pc:grpChg chg="add mod">
          <ac:chgData name="Dr. Manel Puig i Vidal" userId="0d549d0e-cb25-4ad8-b3a5-db046c349dfe" providerId="ADAL" clId="{5BA24152-8600-4750-9061-D2AE4E33EAA1}" dt="2025-04-30T11:00:35.977" v="211" actId="14100"/>
          <ac:grpSpMkLst>
            <pc:docMk/>
            <pc:sldMk cId="3541740092" sldId="258"/>
            <ac:grpSpMk id="5" creationId="{33898F68-0094-4A1B-BC82-656458626C3A}"/>
          </ac:grpSpMkLst>
        </pc:grpChg>
        <pc:picChg chg="mod">
          <ac:chgData name="Dr. Manel Puig i Vidal" userId="0d549d0e-cb25-4ad8-b3a5-db046c349dfe" providerId="ADAL" clId="{5BA24152-8600-4750-9061-D2AE4E33EAA1}" dt="2025-04-30T10:58:47.946" v="175" actId="1038"/>
          <ac:picMkLst>
            <pc:docMk/>
            <pc:sldMk cId="3541740092" sldId="258"/>
            <ac:picMk id="2" creationId="{32D6789F-B713-4B29-8621-C6CE1C970AF4}"/>
          </ac:picMkLst>
        </pc:picChg>
        <pc:picChg chg="mod">
          <ac:chgData name="Dr. Manel Puig i Vidal" userId="0d549d0e-cb25-4ad8-b3a5-db046c349dfe" providerId="ADAL" clId="{5BA24152-8600-4750-9061-D2AE4E33EAA1}" dt="2025-04-30T09:57:43.613" v="18" actId="164"/>
          <ac:picMkLst>
            <pc:docMk/>
            <pc:sldMk cId="3541740092" sldId="258"/>
            <ac:picMk id="3" creationId="{03F78B9D-B44D-492D-B666-D4CA1DADB79F}"/>
          </ac:picMkLst>
        </pc:picChg>
      </pc:sldChg>
      <pc:sldChg chg="addSp delSp modSp mod">
        <pc:chgData name="Dr. Manel Puig i Vidal" userId="0d549d0e-cb25-4ad8-b3a5-db046c349dfe" providerId="ADAL" clId="{5BA24152-8600-4750-9061-D2AE4E33EAA1}" dt="2025-04-30T11:00:08.474" v="210" actId="1076"/>
        <pc:sldMkLst>
          <pc:docMk/>
          <pc:sldMk cId="3136024796" sldId="259"/>
        </pc:sldMkLst>
        <pc:spChg chg="mod">
          <ac:chgData name="Dr. Manel Puig i Vidal" userId="0d549d0e-cb25-4ad8-b3a5-db046c349dfe" providerId="ADAL" clId="{5BA24152-8600-4750-9061-D2AE4E33EAA1}" dt="2025-04-30T09:58:44.238" v="22"/>
          <ac:spMkLst>
            <pc:docMk/>
            <pc:sldMk cId="3136024796" sldId="259"/>
            <ac:spMk id="6" creationId="{201F5EB7-1806-4147-9C82-025A0768541A}"/>
          </ac:spMkLst>
        </pc:spChg>
        <pc:spChg chg="mod">
          <ac:chgData name="Dr. Manel Puig i Vidal" userId="0d549d0e-cb25-4ad8-b3a5-db046c349dfe" providerId="ADAL" clId="{5BA24152-8600-4750-9061-D2AE4E33EAA1}" dt="2025-04-30T10:30:43.813" v="44"/>
          <ac:spMkLst>
            <pc:docMk/>
            <pc:sldMk cId="3136024796" sldId="259"/>
            <ac:spMk id="6" creationId="{B34A7A53-7A5C-4157-90A3-A8DC06545C7B}"/>
          </ac:spMkLst>
        </pc:spChg>
        <pc:spChg chg="add mod">
          <ac:chgData name="Dr. Manel Puig i Vidal" userId="0d549d0e-cb25-4ad8-b3a5-db046c349dfe" providerId="ADAL" clId="{5BA24152-8600-4750-9061-D2AE4E33EAA1}" dt="2025-04-30T11:00:08.474" v="210" actId="1076"/>
          <ac:spMkLst>
            <pc:docMk/>
            <pc:sldMk cId="3136024796" sldId="259"/>
            <ac:spMk id="6" creationId="{BB1A9CEE-D568-4686-AA13-2EF530DCD2B4}"/>
          </ac:spMkLst>
        </pc:spChg>
        <pc:spChg chg="add mod">
          <ac:chgData name="Dr. Manel Puig i Vidal" userId="0d549d0e-cb25-4ad8-b3a5-db046c349dfe" providerId="ADAL" clId="{5BA24152-8600-4750-9061-D2AE4E33EAA1}" dt="2025-04-30T11:00:00.870" v="208" actId="1076"/>
          <ac:spMkLst>
            <pc:docMk/>
            <pc:sldMk cId="3136024796" sldId="259"/>
            <ac:spMk id="9" creationId="{CE8DA6E6-02C5-4BB1-BCB9-57FFA93AD972}"/>
          </ac:spMkLst>
        </pc:spChg>
        <pc:spChg chg="add mod">
          <ac:chgData name="Dr. Manel Puig i Vidal" userId="0d549d0e-cb25-4ad8-b3a5-db046c349dfe" providerId="ADAL" clId="{5BA24152-8600-4750-9061-D2AE4E33EAA1}" dt="2025-04-30T10:36:33.659" v="75" actId="1038"/>
          <ac:spMkLst>
            <pc:docMk/>
            <pc:sldMk cId="3136024796" sldId="259"/>
            <ac:spMk id="10" creationId="{C18262AA-D242-474F-9845-5C42651401FA}"/>
          </ac:spMkLst>
        </pc:spChg>
        <pc:grpChg chg="add del mod">
          <ac:chgData name="Dr. Manel Puig i Vidal" userId="0d549d0e-cb25-4ad8-b3a5-db046c349dfe" providerId="ADAL" clId="{5BA24152-8600-4750-9061-D2AE4E33EAA1}" dt="2025-04-30T09:58:51.684" v="24" actId="478"/>
          <ac:grpSpMkLst>
            <pc:docMk/>
            <pc:sldMk cId="3136024796" sldId="259"/>
            <ac:grpSpMk id="4" creationId="{E071393D-F3FD-4519-9E1A-8F160B09D0C2}"/>
          </ac:grpSpMkLst>
        </pc:grpChg>
        <pc:grpChg chg="add del mod ord">
          <ac:chgData name="Dr. Manel Puig i Vidal" userId="0d549d0e-cb25-4ad8-b3a5-db046c349dfe" providerId="ADAL" clId="{5BA24152-8600-4750-9061-D2AE4E33EAA1}" dt="2025-04-30T10:35:50.592" v="52" actId="478"/>
          <ac:grpSpMkLst>
            <pc:docMk/>
            <pc:sldMk cId="3136024796" sldId="259"/>
            <ac:grpSpMk id="4" creationId="{F1A4BD38-ED5D-442C-BEF4-3603F3F960B8}"/>
          </ac:grpSpMkLst>
        </pc:grpChg>
        <pc:picChg chg="del">
          <ac:chgData name="Dr. Manel Puig i Vidal" userId="0d549d0e-cb25-4ad8-b3a5-db046c349dfe" providerId="ADAL" clId="{5BA24152-8600-4750-9061-D2AE4E33EAA1}" dt="2025-04-30T10:30:47.160" v="45" actId="478"/>
          <ac:picMkLst>
            <pc:docMk/>
            <pc:sldMk cId="3136024796" sldId="259"/>
            <ac:picMk id="2" creationId="{6933D8EC-0274-45A9-AB0B-6C44C2940928}"/>
          </ac:picMkLst>
        </pc:picChg>
        <pc:picChg chg="mod">
          <ac:chgData name="Dr. Manel Puig i Vidal" userId="0d549d0e-cb25-4ad8-b3a5-db046c349dfe" providerId="ADAL" clId="{5BA24152-8600-4750-9061-D2AE4E33EAA1}" dt="2025-04-30T10:59:52.016" v="207" actId="14100"/>
          <ac:picMkLst>
            <pc:docMk/>
            <pc:sldMk cId="3136024796" sldId="259"/>
            <ac:picMk id="3" creationId="{57CDA310-0D00-415B-9AB3-3331982BDEE4}"/>
          </ac:picMkLst>
        </pc:picChg>
        <pc:picChg chg="mod">
          <ac:chgData name="Dr. Manel Puig i Vidal" userId="0d549d0e-cb25-4ad8-b3a5-db046c349dfe" providerId="ADAL" clId="{5BA24152-8600-4750-9061-D2AE4E33EAA1}" dt="2025-04-30T10:30:43.813" v="44"/>
          <ac:picMkLst>
            <pc:docMk/>
            <pc:sldMk cId="3136024796" sldId="259"/>
            <ac:picMk id="5" creationId="{A0D32293-4927-45CE-88CC-5F5DE9B4CCA3}"/>
          </ac:picMkLst>
        </pc:picChg>
        <pc:picChg chg="mod">
          <ac:chgData name="Dr. Manel Puig i Vidal" userId="0d549d0e-cb25-4ad8-b3a5-db046c349dfe" providerId="ADAL" clId="{5BA24152-8600-4750-9061-D2AE4E33EAA1}" dt="2025-04-30T09:58:44.238" v="22"/>
          <ac:picMkLst>
            <pc:docMk/>
            <pc:sldMk cId="3136024796" sldId="259"/>
            <ac:picMk id="5" creationId="{A53F0785-404F-4D9C-B3DA-49F6CEEEAD6C}"/>
          </ac:picMkLst>
        </pc:picChg>
        <pc:picChg chg="add mod">
          <ac:chgData name="Dr. Manel Puig i Vidal" userId="0d549d0e-cb25-4ad8-b3a5-db046c349dfe" providerId="ADAL" clId="{5BA24152-8600-4750-9061-D2AE4E33EAA1}" dt="2025-04-30T10:59:52.016" v="207" actId="14100"/>
          <ac:picMkLst>
            <pc:docMk/>
            <pc:sldMk cId="3136024796" sldId="259"/>
            <ac:picMk id="8" creationId="{6BB50CC6-FB3B-4129-8ACD-27C9E2BF69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CE25D9D-6197-477D-8232-04B4D253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D7130CFA-9ADA-400D-AC9A-FAA9F8E36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8CCBE0C4-1149-4A6E-AB71-716E5DA5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DD98FB9D-4F07-430B-B6F6-7E99438E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340FDF46-EBEE-4FDD-8195-EF5B3CC8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6184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9F6DB6A-03DB-4B6B-9966-85FC62A5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452B8B66-7315-4611-8B00-B2533F014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294DA08D-9BFF-4502-A621-EBB2D059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8A1C12EB-0D99-47DF-9DA1-D45E9405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D8586980-675E-4328-835E-52F4E0A0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4573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A6FD162-5166-4A17-85DD-8153869C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E25FA951-ED4D-4898-A479-CA21E8FFC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BB603E91-1F9B-4411-94C2-2F6E2ACB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EAC4F1F7-638C-488D-BDF5-059695DC9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559C5F7B-50B1-413C-AF96-400E568A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30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6C988BBA-26FF-4FF0-9D04-31A13851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3CFEC55A-C948-496C-BF3C-56FA9E6D3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75991D82-EC65-4EBF-8E65-6D7A3D6F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7744FED6-633F-45B9-B6A7-7850E86E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BED3C3C7-7E8C-44A8-84FC-C8A61F48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9A540FAE-DFB2-4BD9-A208-EA9D4AD0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213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1EDB2051-A0D3-42EC-88EC-4A723698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88BB7093-EC4B-4671-A707-6B7C2EF3A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C16E7040-C990-4D34-8BB8-0034D7BD8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5" name="Contenidor de text 4">
            <a:extLst>
              <a:ext uri="{FF2B5EF4-FFF2-40B4-BE49-F238E27FC236}">
                <a16:creationId xmlns:a16="http://schemas.microsoft.com/office/drawing/2014/main" id="{9FC4ED07-BD09-498F-805F-0B9883CEE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238195B5-E655-452F-BE13-94A5857C5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7" name="Contenidor de data 6">
            <a:extLst>
              <a:ext uri="{FF2B5EF4-FFF2-40B4-BE49-F238E27FC236}">
                <a16:creationId xmlns:a16="http://schemas.microsoft.com/office/drawing/2014/main" id="{C2FBC47B-FB13-4DB6-A97B-4C72826B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8" name="Contenidor de peu de pàgina 7">
            <a:extLst>
              <a:ext uri="{FF2B5EF4-FFF2-40B4-BE49-F238E27FC236}">
                <a16:creationId xmlns:a16="http://schemas.microsoft.com/office/drawing/2014/main" id="{6FFFC203-B0C1-4756-97DB-20478640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Contenidor de número de diapositiva 8">
            <a:extLst>
              <a:ext uri="{FF2B5EF4-FFF2-40B4-BE49-F238E27FC236}">
                <a16:creationId xmlns:a16="http://schemas.microsoft.com/office/drawing/2014/main" id="{AE5CF888-5DEA-453D-A0AD-58E33835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1953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C2A6E574-0C98-48EE-A799-1B9D27BD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B412E564-B773-49A5-BF84-441B3769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4" name="Contenidor de peu de pàgina 3">
            <a:extLst>
              <a:ext uri="{FF2B5EF4-FFF2-40B4-BE49-F238E27FC236}">
                <a16:creationId xmlns:a16="http://schemas.microsoft.com/office/drawing/2014/main" id="{A63AD523-D10F-43A3-8FFE-ACBEAD7D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980CDDFD-42C0-441B-8010-D2D32F0E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3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>
            <a:extLst>
              <a:ext uri="{FF2B5EF4-FFF2-40B4-BE49-F238E27FC236}">
                <a16:creationId xmlns:a16="http://schemas.microsoft.com/office/drawing/2014/main" id="{006BDC91-EDF4-46BC-B6C7-1AEE2634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3" name="Contenidor de peu de pàgina 2">
            <a:extLst>
              <a:ext uri="{FF2B5EF4-FFF2-40B4-BE49-F238E27FC236}">
                <a16:creationId xmlns:a16="http://schemas.microsoft.com/office/drawing/2014/main" id="{E5523D56-E893-4359-8C15-F22A6ADF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07363706-7EF7-4681-BB49-BD55477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526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E88A087-B4F9-4FE1-9368-F5D1DC72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A569CCB2-847B-4B81-81A0-BAE4A4444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61BDF845-1DE9-4214-9F9C-3BA0244FA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6700BE70-83A4-4FE7-AD3B-2DDDCE01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E3BBA3A0-4FE3-461A-8948-EF4A30E7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DB74F9B3-9952-4B33-A750-0B47099C5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886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FAA6AFD-30EE-4C66-93B9-BF0B35A0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'imatge 2">
            <a:extLst>
              <a:ext uri="{FF2B5EF4-FFF2-40B4-BE49-F238E27FC236}">
                <a16:creationId xmlns:a16="http://schemas.microsoft.com/office/drawing/2014/main" id="{1947756A-76AB-4CF1-8E6B-696446444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44B9D1A6-3A0C-4035-BA01-CD6D4E861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BEA86B70-668E-429F-9C4C-25BC90C4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DA43E140-B314-4E7E-AACF-498F44E2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F1F9417D-3C9A-442F-AD39-1C433E30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217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3A1FEA0-8009-447F-A9E6-0D4DEA41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36659076-5867-4BEF-841A-56BF2D7D4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C200CC33-0216-47DE-9AD1-B260CDB1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C13864E0-C7F9-4655-98C9-BDEEBF90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DD4FA292-D114-422D-BB7B-9B1F904A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7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>
            <a:extLst>
              <a:ext uri="{FF2B5EF4-FFF2-40B4-BE49-F238E27FC236}">
                <a16:creationId xmlns:a16="http://schemas.microsoft.com/office/drawing/2014/main" id="{203ACAA1-A1BA-4E4C-8953-2ACD9C11F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4546ED48-256A-4FC9-B162-D052851BF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B81C53EA-031E-4882-AFAB-140CC040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CF89777F-898E-4531-9229-5BFCABB9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021A5D5E-E168-4A37-A6F6-5EF347B2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1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1160EF0E-96CC-4402-9C93-C350A8A5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57FD3D91-408C-4161-8C55-C74887AD5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0F8024EA-0AB6-4ADA-A988-5FDAE37D2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208BB-7A6E-47B3-B045-CB638D421D30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590EE443-A18A-48F4-B9CE-09BB996AE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C4BDD0FC-4AF1-4199-BB7F-16A0AF2CB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81ED2-EA2F-47D6-8331-3190DD03A7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23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-400 A Sentido obligatorio.">
            <a:extLst>
              <a:ext uri="{FF2B5EF4-FFF2-40B4-BE49-F238E27FC236}">
                <a16:creationId xmlns:a16="http://schemas.microsoft.com/office/drawing/2014/main" id="{CA5D65D6-425F-439D-B7AD-3055CCE1F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394" y="976177"/>
            <a:ext cx="22860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tge 3">
            <a:extLst>
              <a:ext uri="{FF2B5EF4-FFF2-40B4-BE49-F238E27FC236}">
                <a16:creationId xmlns:a16="http://schemas.microsoft.com/office/drawing/2014/main" id="{CC1E22DA-1772-403C-9BB5-07B584DFC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929" y="765409"/>
            <a:ext cx="2663591" cy="2663591"/>
          </a:xfrm>
          <a:prstGeom prst="rect">
            <a:avLst/>
          </a:prstGeom>
        </p:spPr>
      </p:pic>
      <p:pic>
        <p:nvPicPr>
          <p:cNvPr id="5" name="Imatge 4">
            <a:extLst>
              <a:ext uri="{FF2B5EF4-FFF2-40B4-BE49-F238E27FC236}">
                <a16:creationId xmlns:a16="http://schemas.microsoft.com/office/drawing/2014/main" id="{CABE89E8-AFF2-41D7-B43C-52DB4CF4B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261" y="874412"/>
            <a:ext cx="2457162" cy="2470480"/>
          </a:xfrm>
          <a:prstGeom prst="rect">
            <a:avLst/>
          </a:prstGeom>
        </p:spPr>
      </p:pic>
      <p:pic>
        <p:nvPicPr>
          <p:cNvPr id="6" name="Imatge 5">
            <a:extLst>
              <a:ext uri="{FF2B5EF4-FFF2-40B4-BE49-F238E27FC236}">
                <a16:creationId xmlns:a16="http://schemas.microsoft.com/office/drawing/2014/main" id="{E55DAD41-9DE1-4B60-855B-859B85E15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172" y="4045845"/>
            <a:ext cx="2916631" cy="2577023"/>
          </a:xfrm>
          <a:prstGeom prst="rect">
            <a:avLst/>
          </a:prstGeom>
        </p:spPr>
      </p:pic>
      <p:pic>
        <p:nvPicPr>
          <p:cNvPr id="8" name="Picture 2" descr="R-400 A Sentido obligatorio.">
            <a:extLst>
              <a:ext uri="{FF2B5EF4-FFF2-40B4-BE49-F238E27FC236}">
                <a16:creationId xmlns:a16="http://schemas.microsoft.com/office/drawing/2014/main" id="{E0AD74B1-4F25-4473-B7AA-10CA489C4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61398" y="4253770"/>
            <a:ext cx="22860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1879556-3A38-4110-8D18-309200931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377" y="4151622"/>
            <a:ext cx="2471246" cy="24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906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B5D88D39-D473-46E6-B2E0-DEB4E3735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922" y="484279"/>
            <a:ext cx="5819969" cy="5819969"/>
          </a:xfrm>
          <a:prstGeom prst="rect">
            <a:avLst/>
          </a:prstGeom>
        </p:spPr>
      </p:pic>
      <p:pic>
        <p:nvPicPr>
          <p:cNvPr id="5" name="Imatge 4">
            <a:extLst>
              <a:ext uri="{FF2B5EF4-FFF2-40B4-BE49-F238E27FC236}">
                <a16:creationId xmlns:a16="http://schemas.microsoft.com/office/drawing/2014/main" id="{4F63E81B-852D-4410-9033-FA4420939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" y="77555"/>
            <a:ext cx="6000396" cy="640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17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tge 1">
            <a:extLst>
              <a:ext uri="{FF2B5EF4-FFF2-40B4-BE49-F238E27FC236}">
                <a16:creationId xmlns:a16="http://schemas.microsoft.com/office/drawing/2014/main" id="{32D6789F-B713-4B29-8621-C6CE1C97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881" y="406462"/>
            <a:ext cx="5774722" cy="5806022"/>
          </a:xfrm>
          <a:prstGeom prst="rect">
            <a:avLst/>
          </a:prstGeom>
        </p:spPr>
      </p:pic>
      <p:grpSp>
        <p:nvGrpSpPr>
          <p:cNvPr id="5" name="Agrupa 4">
            <a:extLst>
              <a:ext uri="{FF2B5EF4-FFF2-40B4-BE49-F238E27FC236}">
                <a16:creationId xmlns:a16="http://schemas.microsoft.com/office/drawing/2014/main" id="{33898F68-0094-4A1B-BC82-656458626C3A}"/>
              </a:ext>
            </a:extLst>
          </p:cNvPr>
          <p:cNvGrpSpPr/>
          <p:nvPr/>
        </p:nvGrpSpPr>
        <p:grpSpPr>
          <a:xfrm>
            <a:off x="141081" y="640080"/>
            <a:ext cx="5841710" cy="5572404"/>
            <a:chOff x="689719" y="1333948"/>
            <a:chExt cx="4855950" cy="4826284"/>
          </a:xfrm>
        </p:grpSpPr>
        <p:pic>
          <p:nvPicPr>
            <p:cNvPr id="3" name="Imatge 2">
              <a:extLst>
                <a:ext uri="{FF2B5EF4-FFF2-40B4-BE49-F238E27FC236}">
                  <a16:creationId xmlns:a16="http://schemas.microsoft.com/office/drawing/2014/main" id="{03F78B9D-B44D-492D-B666-D4CA1DADB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5867" y="2495005"/>
              <a:ext cx="3936107" cy="347779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FC110C6-50DA-4FC8-8B69-1F44AE3407E7}"/>
                </a:ext>
              </a:extLst>
            </p:cNvPr>
            <p:cNvSpPr/>
            <p:nvPr/>
          </p:nvSpPr>
          <p:spPr>
            <a:xfrm>
              <a:off x="689719" y="1333948"/>
              <a:ext cx="4855950" cy="4826284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4174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57CDA310-0D00-415B-9AB3-3331982BD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19" y="594305"/>
            <a:ext cx="5813581" cy="581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tge 7">
            <a:extLst>
              <a:ext uri="{FF2B5EF4-FFF2-40B4-BE49-F238E27FC236}">
                <a16:creationId xmlns:a16="http://schemas.microsoft.com/office/drawing/2014/main" id="{6BB50CC6-FB3B-4129-8ACD-27C9E2BF6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727" y="468355"/>
            <a:ext cx="6192727" cy="60132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E8DA6E6-02C5-4BB1-BCB9-57FFA93AD972}"/>
              </a:ext>
            </a:extLst>
          </p:cNvPr>
          <p:cNvSpPr/>
          <p:nvPr/>
        </p:nvSpPr>
        <p:spPr>
          <a:xfrm>
            <a:off x="5550254" y="468355"/>
            <a:ext cx="457200" cy="3842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8262AA-D242-474F-9845-5C42651401FA}"/>
              </a:ext>
            </a:extLst>
          </p:cNvPr>
          <p:cNvSpPr/>
          <p:nvPr/>
        </p:nvSpPr>
        <p:spPr>
          <a:xfrm>
            <a:off x="5321654" y="5708477"/>
            <a:ext cx="457200" cy="3842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1A9CEE-D568-4686-AA13-2EF530DCD2B4}"/>
              </a:ext>
            </a:extLst>
          </p:cNvPr>
          <p:cNvSpPr/>
          <p:nvPr/>
        </p:nvSpPr>
        <p:spPr>
          <a:xfrm>
            <a:off x="5697582" y="6092679"/>
            <a:ext cx="457200" cy="3842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6024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no right turn sign&#10;&#10;AI-generated content may be incorrect.">
            <a:extLst>
              <a:ext uri="{FF2B5EF4-FFF2-40B4-BE49-F238E27FC236}">
                <a16:creationId xmlns:a16="http://schemas.microsoft.com/office/drawing/2014/main" id="{DCAD8842-7CB0-AD0B-F014-24C893198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97" y="643466"/>
            <a:ext cx="2664632" cy="2624663"/>
          </a:xfrm>
          <a:prstGeom prst="rect">
            <a:avLst/>
          </a:prstGeom>
        </p:spPr>
      </p:pic>
      <p:pic>
        <p:nvPicPr>
          <p:cNvPr id="3" name="Picture 2" descr="A red stop sign with white text&#10;&#10;AI-generated content may be incorrect.">
            <a:extLst>
              <a:ext uri="{FF2B5EF4-FFF2-40B4-BE49-F238E27FC236}">
                <a16:creationId xmlns:a16="http://schemas.microsoft.com/office/drawing/2014/main" id="{CF0DB8DC-8A72-02B3-8C8E-D8BC0BCA2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493" y="1557228"/>
            <a:ext cx="3743538" cy="3743538"/>
          </a:xfrm>
          <a:prstGeom prst="rect">
            <a:avLst/>
          </a:prstGeom>
        </p:spPr>
      </p:pic>
      <p:pic>
        <p:nvPicPr>
          <p:cNvPr id="9" name="Picture 8" descr="A no right turn sign&#10;&#10;AI-generated content may be incorrect.">
            <a:extLst>
              <a:ext uri="{FF2B5EF4-FFF2-40B4-BE49-F238E27FC236}">
                <a16:creationId xmlns:a16="http://schemas.microsoft.com/office/drawing/2014/main" id="{AED8560E-D20C-8C92-5DEE-7C8F6B905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01" y="643466"/>
            <a:ext cx="2644495" cy="2624662"/>
          </a:xfrm>
          <a:prstGeom prst="rect">
            <a:avLst/>
          </a:prstGeom>
        </p:spPr>
      </p:pic>
      <p:pic>
        <p:nvPicPr>
          <p:cNvPr id="7" name="Picture 6" descr="A red triangle in a white circle&#10;&#10;AI-generated content may be incorrect.">
            <a:extLst>
              <a:ext uri="{FF2B5EF4-FFF2-40B4-BE49-F238E27FC236}">
                <a16:creationId xmlns:a16="http://schemas.microsoft.com/office/drawing/2014/main" id="{AD3135EC-DCF2-493E-4AB3-2DCCB2977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73" y="3589863"/>
            <a:ext cx="2685079" cy="2624665"/>
          </a:xfrm>
          <a:prstGeom prst="rect">
            <a:avLst/>
          </a:prstGeom>
        </p:spPr>
      </p:pic>
      <p:pic>
        <p:nvPicPr>
          <p:cNvPr id="5" name="Picture 4" descr="A red sign with a white line in it&#10;&#10;AI-generated content may be incorrect.">
            <a:extLst>
              <a:ext uri="{FF2B5EF4-FFF2-40B4-BE49-F238E27FC236}">
                <a16:creationId xmlns:a16="http://schemas.microsoft.com/office/drawing/2014/main" id="{8A015480-3F7C-F76C-218A-F94553837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662" y="3589863"/>
            <a:ext cx="2663971" cy="264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082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ci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l'Office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Dr. Manel Puig i Vidal</dc:creator>
  <cp:lastModifiedBy>Dr. Manel Puig i Vidal</cp:lastModifiedBy>
  <cp:revision>4</cp:revision>
  <cp:lastPrinted>2025-04-09T14:08:16Z</cp:lastPrinted>
  <dcterms:created xsi:type="dcterms:W3CDTF">2025-03-13T15:27:22Z</dcterms:created>
  <dcterms:modified xsi:type="dcterms:W3CDTF">2025-12-23T09:45:59Z</dcterms:modified>
</cp:coreProperties>
</file>